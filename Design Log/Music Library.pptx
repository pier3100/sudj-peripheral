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EAFAAE-CE2E-4AA9-83BD-55884CEF3EFD}" type="datetimeFigureOut">
              <a:rPr lang="nl-NL" smtClean="0"/>
              <a:t>29-5-2025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82268-7929-47D7-82CF-C37566B4B8E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91130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4B1A6-C51B-4D2C-FE7F-9DC69AF2F8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BF1223-910E-E2E5-5BE9-61A4AE0412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D9AA2-5875-9353-A5AE-438BA95F4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6D139-8255-4032-8342-CDBE6BDAFC36}" type="datetimeFigureOut">
              <a:rPr lang="nl-NL" smtClean="0"/>
              <a:t>29-5-2025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D8F81-2F62-5350-9991-E0FE5AE6D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B4441-047A-B346-C0A2-BA32D2D7E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C9B1-EB17-4AFE-8005-2D88ADDFA97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58311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C52B1-F139-E946-069B-9379829FF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38B2A-2A5A-7EE0-3B2F-FF03840E0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F6DBB-6A97-D6AD-4EA7-1C0BCE40D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6D139-8255-4032-8342-CDBE6BDAFC36}" type="datetimeFigureOut">
              <a:rPr lang="nl-NL" smtClean="0"/>
              <a:t>29-5-2025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BF6D9-FE8F-F780-2D1E-6C9CE73C8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C92AB-72C8-697B-BFB1-FC224F680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C9B1-EB17-4AFE-8005-2D88ADDFA97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4492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4C3C1-7403-5A53-E7B6-F75DDE7CC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34197-CBD8-EAC4-BB93-1DFB47DFA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8BE0B-23A7-3D0B-2670-0F32A0838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6D139-8255-4032-8342-CDBE6BDAFC36}" type="datetimeFigureOut">
              <a:rPr lang="nl-NL" smtClean="0"/>
              <a:t>29-5-2025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E0968-712F-593D-5B1B-E35AFEC04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BBE43-D52D-86A1-3507-7E93C3776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C9B1-EB17-4AFE-8005-2D88ADDFA97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1487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3D4EA-4510-33FD-B570-9450D8EEB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734B1-E178-D287-65A8-89D59EAFB6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7119BE-00FD-C71F-8912-132F80ED9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23E96B-A54A-7E1C-E29F-2281A087F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6D139-8255-4032-8342-CDBE6BDAFC36}" type="datetimeFigureOut">
              <a:rPr lang="nl-NL" smtClean="0"/>
              <a:t>29-5-2025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DAC68-8245-67D0-9831-9A1838D02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946E0-2C86-6E6D-C4E5-1414159CA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C9B1-EB17-4AFE-8005-2D88ADDFA97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43778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201A6-0F18-8892-8840-970171173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9F9CF-96D4-BB26-DC1D-17BA714BC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6A3836-802D-2150-0F5D-D300F1458D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E062FC-12DD-FEDA-C054-29FF023DCE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9FBD01-3A59-A439-7B46-AFF5F0E5AF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1FB470-FA0C-4367-ABE1-9085AE3FF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6D139-8255-4032-8342-CDBE6BDAFC36}" type="datetimeFigureOut">
              <a:rPr lang="nl-NL" smtClean="0"/>
              <a:t>29-5-2025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A06942-D3FD-29CF-345E-8834492A3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B0F1B8-6F10-84BC-9832-DAAFD6D21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C9B1-EB17-4AFE-8005-2D88ADDFA97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04671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AF5F4-C646-A817-C530-6AA652DFD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B886CF-97B6-992D-75BE-9BDF253E4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6D139-8255-4032-8342-CDBE6BDAFC36}" type="datetimeFigureOut">
              <a:rPr lang="nl-NL" smtClean="0"/>
              <a:t>29-5-2025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ACC7C0-954B-A3BA-1D03-7A4EC31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DF740-AD32-BA15-3FBF-DE44074AA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C9B1-EB17-4AFE-8005-2D88ADDFA97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2988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726A1B-6806-014A-A607-2F48A2C00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6D139-8255-4032-8342-CDBE6BDAFC36}" type="datetimeFigureOut">
              <a:rPr lang="nl-NL" smtClean="0"/>
              <a:t>29-5-2025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BD9236-F86E-46CF-4C8A-330D898C5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2A4A5-3200-0A10-F34B-B7BE784D5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C9B1-EB17-4AFE-8005-2D88ADDFA97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18395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F8E7B-B211-FBF3-5E93-75E6CA84B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B2E19-CA52-415D-B5EC-2BCB379F4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CDDFD-E04C-D26A-830E-B7349BA1E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C43BA9-4673-AD2A-5838-E0FB2B641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6D139-8255-4032-8342-CDBE6BDAFC36}" type="datetimeFigureOut">
              <a:rPr lang="nl-NL" smtClean="0"/>
              <a:t>29-5-2025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FA114-83B9-BB39-64BD-C92AF34DC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68CC4-97AF-ABFD-2D4C-9A027013C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C9B1-EB17-4AFE-8005-2D88ADDFA97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6119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BBDB1-E06A-8426-C4D3-09436C220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EC8434-17D1-422B-CDBE-AA99D47C0E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DFE71F-2237-9B94-71EB-3934D5C7C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D88DB0-23F8-F6B5-71AB-DA73E8343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6D139-8255-4032-8342-CDBE6BDAFC36}" type="datetimeFigureOut">
              <a:rPr lang="nl-NL" smtClean="0"/>
              <a:t>29-5-2025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0F138-7CA5-2FAA-FC84-73F25061A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167B0-A6C0-C577-A8D5-D1C2D3FD0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C9B1-EB17-4AFE-8005-2D88ADDFA97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0055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FB404-7EDB-1CAA-89CF-1B6050D17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96E2B9-CD7B-A503-3AF3-7F99A92B1D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13DCB-A1AA-856E-7EC9-9AA2F61C1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6D139-8255-4032-8342-CDBE6BDAFC36}" type="datetimeFigureOut">
              <a:rPr lang="nl-NL" smtClean="0"/>
              <a:t>29-5-2025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57D73-2D8B-E089-CF2E-4FDE5EFA7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CCA9E-9006-EFBB-E42C-457A310E5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C9B1-EB17-4AFE-8005-2D88ADDFA97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64837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A2BE9-2D78-51E4-1E36-DAF0CE6D5B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486E2C-AFB0-7122-B4B9-4D7611A30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06F61-5659-FD91-BED5-FACB67BEA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6D139-8255-4032-8342-CDBE6BDAFC36}" type="datetimeFigureOut">
              <a:rPr lang="nl-NL" smtClean="0"/>
              <a:t>29-5-2025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DD076-E7E6-0732-DA99-6F150E875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9582E-84E4-6790-DFA8-3F2A3ECF3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C9B1-EB17-4AFE-8005-2D88ADDFA97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7031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59B6A7-7613-537D-AA3E-BF6D6CDC8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2EC22-2BA3-461F-4982-2DC130EDB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D6192-A100-8605-6C06-EA84DA5722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06D139-8255-4032-8342-CDBE6BDAFC36}" type="datetimeFigureOut">
              <a:rPr lang="nl-NL" smtClean="0"/>
              <a:t>29-5-2025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C8D74-283C-C0F1-5645-92BC56EC65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7AD4F-13F1-88D8-5C9C-4C5D38D479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C0C9B1-EB17-4AFE-8005-2D88ADDFA97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95149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036B-2D22-322D-8DDB-0ABB46FFA7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Music Library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DB6051-3F5A-0B99-CABB-FFC53FF09B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29-03-2025</a:t>
            </a:r>
          </a:p>
        </p:txBody>
      </p:sp>
    </p:spTree>
    <p:extLst>
      <p:ext uri="{BB962C8B-B14F-4D97-AF65-F5344CB8AC3E}">
        <p14:creationId xmlns:p14="http://schemas.microsoft.com/office/powerpoint/2010/main" val="3655128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4B37E-6629-5971-74B0-A9286EDD7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Current</a:t>
            </a:r>
            <a:r>
              <a:rPr lang="nl-NL" dirty="0"/>
              <a:t> 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031AF-11D5-38F4-E86C-A444B3DD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Library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imported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Traktor</a:t>
            </a:r>
            <a:r>
              <a:rPr lang="nl-NL" dirty="0"/>
              <a:t> </a:t>
            </a:r>
            <a:r>
              <a:rPr lang="nl-NL" dirty="0" err="1"/>
              <a:t>collection</a:t>
            </a:r>
            <a:r>
              <a:rPr lang="nl-NL" dirty="0"/>
              <a:t> file</a:t>
            </a:r>
          </a:p>
          <a:p>
            <a:pPr lvl="1"/>
            <a:r>
              <a:rPr lang="nl-NL" dirty="0" err="1"/>
              <a:t>BarcodesIDs</a:t>
            </a:r>
            <a:r>
              <a:rPr lang="nl-NL" dirty="0"/>
              <a:t> are </a:t>
            </a:r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UUID </a:t>
            </a:r>
            <a:r>
              <a:rPr lang="nl-NL" dirty="0" err="1"/>
              <a:t>value</a:t>
            </a:r>
            <a:r>
              <a:rPr lang="nl-NL" dirty="0"/>
              <a:t> of </a:t>
            </a:r>
            <a:r>
              <a:rPr lang="nl-NL" dirty="0" err="1"/>
              <a:t>playlist</a:t>
            </a:r>
            <a:endParaRPr lang="nl-NL" dirty="0"/>
          </a:p>
          <a:p>
            <a:pPr lvl="1"/>
            <a:r>
              <a:rPr lang="nl-NL" dirty="0"/>
              <a:t>Barcodes are </a:t>
            </a:r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a </a:t>
            </a:r>
            <a:r>
              <a:rPr lang="nl-NL" dirty="0" err="1"/>
              <a:t>general</a:t>
            </a:r>
            <a:r>
              <a:rPr lang="nl-NL" dirty="0"/>
              <a:t> type </a:t>
            </a:r>
            <a:r>
              <a:rPr lang="nl-NL" dirty="0" err="1"/>
              <a:t>identifier</a:t>
            </a:r>
            <a:r>
              <a:rPr lang="nl-NL" dirty="0"/>
              <a:t> + </a:t>
            </a:r>
            <a:r>
              <a:rPr lang="nl-NL" dirty="0" err="1"/>
              <a:t>barcodeIDs</a:t>
            </a:r>
            <a:endParaRPr lang="nl-NL" dirty="0"/>
          </a:p>
          <a:p>
            <a:r>
              <a:rPr lang="nl-NL" dirty="0"/>
              <a:t>Library </a:t>
            </a:r>
            <a:r>
              <a:rPr lang="nl-NL" dirty="0" err="1"/>
              <a:t>cannot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modified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we </a:t>
            </a:r>
            <a:r>
              <a:rPr lang="nl-NL" dirty="0" err="1"/>
              <a:t>cannot</a:t>
            </a:r>
            <a:r>
              <a:rPr lang="nl-NL" dirty="0"/>
              <a:t> </a:t>
            </a:r>
            <a:r>
              <a:rPr lang="nl-NL" dirty="0" err="1"/>
              <a:t>write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a </a:t>
            </a:r>
            <a:r>
              <a:rPr lang="nl-NL" dirty="0" err="1"/>
              <a:t>collection</a:t>
            </a:r>
            <a:r>
              <a:rPr lang="nl-NL" dirty="0"/>
              <a:t> file </a:t>
            </a:r>
            <a:r>
              <a:rPr lang="nl-NL" dirty="0" err="1"/>
              <a:t>yet</a:t>
            </a:r>
            <a:endParaRPr lang="nl-NL" dirty="0"/>
          </a:p>
          <a:p>
            <a:r>
              <a:rPr lang="nl-NL" dirty="0"/>
              <a:t>Test shows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is </a:t>
            </a:r>
            <a:r>
              <a:rPr lang="nl-NL" dirty="0" err="1"/>
              <a:t>possible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modify</a:t>
            </a:r>
            <a:r>
              <a:rPr lang="nl-NL" dirty="0"/>
              <a:t> </a:t>
            </a:r>
            <a:r>
              <a:rPr lang="nl-NL" dirty="0" err="1"/>
              <a:t>collection</a:t>
            </a:r>
            <a:r>
              <a:rPr lang="nl-NL" dirty="0"/>
              <a:t> file,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Traktor</a:t>
            </a:r>
            <a:r>
              <a:rPr lang="nl-NL" dirty="0"/>
              <a:t> </a:t>
            </a:r>
            <a:r>
              <a:rPr lang="nl-NL" dirty="0" err="1"/>
              <a:t>behaves</a:t>
            </a:r>
            <a:r>
              <a:rPr lang="nl-NL" dirty="0"/>
              <a:t> </a:t>
            </a:r>
            <a:r>
              <a:rPr lang="nl-NL" dirty="0" err="1"/>
              <a:t>accordingly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89249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26834-B4BE-7DD7-636F-1D8F075DD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Whishes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92337-C1B0-6319-EC24-6E96FDD35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Ability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tracks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playlists</a:t>
            </a:r>
            <a:endParaRPr lang="nl-NL" dirty="0"/>
          </a:p>
          <a:p>
            <a:r>
              <a:rPr lang="nl-NL" dirty="0"/>
              <a:t>Easy </a:t>
            </a:r>
            <a:r>
              <a:rPr lang="nl-NL" dirty="0" err="1"/>
              <a:t>to</a:t>
            </a:r>
            <a:r>
              <a:rPr lang="nl-NL" dirty="0"/>
              <a:t> search tracks</a:t>
            </a:r>
          </a:p>
          <a:p>
            <a:r>
              <a:rPr lang="nl-NL" dirty="0" err="1"/>
              <a:t>Ability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new </a:t>
            </a:r>
            <a:r>
              <a:rPr lang="nl-NL" dirty="0" err="1"/>
              <a:t>playlists</a:t>
            </a:r>
            <a:r>
              <a:rPr lang="nl-NL" dirty="0"/>
              <a:t>?</a:t>
            </a:r>
          </a:p>
          <a:p>
            <a:pPr lvl="2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38827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01792-E9E2-1BFB-0002-C05AD407F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Suggested</a:t>
            </a:r>
            <a:r>
              <a:rPr lang="nl-NL" dirty="0"/>
              <a:t> </a:t>
            </a:r>
            <a:r>
              <a:rPr lang="nl-NL" dirty="0" err="1"/>
              <a:t>solutions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598A0-575B-BE17-A384-8F872D6C2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nl-NL" dirty="0"/>
              <a:t>We </a:t>
            </a:r>
            <a:r>
              <a:rPr lang="nl-NL" dirty="0" err="1"/>
              <a:t>could</a:t>
            </a:r>
            <a:r>
              <a:rPr lang="nl-NL" dirty="0"/>
              <a:t> </a:t>
            </a:r>
            <a:r>
              <a:rPr lang="nl-NL" dirty="0" err="1"/>
              <a:t>allready</a:t>
            </a:r>
            <a:r>
              <a:rPr lang="nl-NL" dirty="0"/>
              <a:t> make a list of </a:t>
            </a:r>
            <a:r>
              <a:rPr lang="nl-NL" dirty="0" err="1"/>
              <a:t>unassigned</a:t>
            </a:r>
            <a:r>
              <a:rPr lang="nl-NL" dirty="0"/>
              <a:t> </a:t>
            </a:r>
            <a:r>
              <a:rPr lang="nl-NL" dirty="0" err="1"/>
              <a:t>UUIDs</a:t>
            </a:r>
            <a:r>
              <a:rPr lang="nl-NL" dirty="0"/>
              <a:t>, </a:t>
            </a:r>
            <a:r>
              <a:rPr lang="nl-NL" dirty="0" err="1"/>
              <a:t>and</a:t>
            </a:r>
            <a:r>
              <a:rPr lang="nl-NL" dirty="0"/>
              <a:t> print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associated</a:t>
            </a:r>
            <a:r>
              <a:rPr lang="nl-NL" dirty="0"/>
              <a:t> barcodes</a:t>
            </a:r>
          </a:p>
          <a:p>
            <a:r>
              <a:rPr lang="nl-NL" dirty="0" err="1"/>
              <a:t>If</a:t>
            </a:r>
            <a:r>
              <a:rPr lang="nl-NL" dirty="0"/>
              <a:t> we </a:t>
            </a:r>
            <a:r>
              <a:rPr lang="nl-NL" dirty="0" err="1"/>
              <a:t>whish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make a new </a:t>
            </a:r>
            <a:r>
              <a:rPr lang="nl-NL" dirty="0" err="1"/>
              <a:t>playlist</a:t>
            </a:r>
            <a:r>
              <a:rPr lang="nl-NL" dirty="0"/>
              <a:t>, we </a:t>
            </a:r>
            <a:r>
              <a:rPr lang="nl-NL" dirty="0" err="1"/>
              <a:t>can</a:t>
            </a:r>
            <a:r>
              <a:rPr lang="nl-NL" dirty="0"/>
              <a:t> scan </a:t>
            </a:r>
            <a:r>
              <a:rPr lang="nl-NL" dirty="0" err="1"/>
              <a:t>such</a:t>
            </a:r>
            <a:r>
              <a:rPr lang="nl-NL" dirty="0"/>
              <a:t> a barcode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give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a name,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location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tree</a:t>
            </a:r>
          </a:p>
          <a:p>
            <a:pPr lvl="1"/>
            <a:r>
              <a:rPr lang="nl-NL" dirty="0" err="1"/>
              <a:t>So</a:t>
            </a:r>
            <a:r>
              <a:rPr lang="nl-NL" dirty="0"/>
              <a:t> we </a:t>
            </a:r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dirty="0" err="1"/>
              <a:t>command</a:t>
            </a:r>
            <a:r>
              <a:rPr lang="nl-NL" dirty="0"/>
              <a:t> like </a:t>
            </a:r>
            <a:r>
              <a:rPr lang="nl-NL" dirty="0" err="1"/>
              <a:t>createPlaylist</a:t>
            </a:r>
            <a:r>
              <a:rPr lang="nl-NL" dirty="0"/>
              <a:t>,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assignBarcode</a:t>
            </a:r>
            <a:r>
              <a:rPr lang="nl-NL" dirty="0"/>
              <a:t> (</a:t>
            </a:r>
            <a:r>
              <a:rPr lang="nl-NL" dirty="0" err="1"/>
              <a:t>could</a:t>
            </a:r>
            <a:r>
              <a:rPr lang="nl-NL" dirty="0"/>
              <a:t> </a:t>
            </a: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assign</a:t>
            </a:r>
            <a:r>
              <a:rPr lang="nl-NL" dirty="0"/>
              <a:t> a barcode of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old</a:t>
            </a:r>
            <a:r>
              <a:rPr lang="nl-NL" dirty="0"/>
              <a:t> </a:t>
            </a:r>
            <a:r>
              <a:rPr lang="nl-NL" dirty="0" err="1"/>
              <a:t>deleted</a:t>
            </a:r>
            <a:r>
              <a:rPr lang="nl-NL" dirty="0"/>
              <a:t> </a:t>
            </a:r>
            <a:r>
              <a:rPr lang="nl-NL" dirty="0" err="1"/>
              <a:t>playlist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a new </a:t>
            </a:r>
            <a:r>
              <a:rPr lang="nl-NL" dirty="0" err="1"/>
              <a:t>playlist</a:t>
            </a:r>
            <a:r>
              <a:rPr lang="nl-NL" dirty="0"/>
              <a:t>)</a:t>
            </a:r>
          </a:p>
          <a:p>
            <a:r>
              <a:rPr lang="nl-NL" dirty="0" err="1"/>
              <a:t>Also</a:t>
            </a:r>
            <a:r>
              <a:rPr lang="nl-NL" dirty="0"/>
              <a:t> make a </a:t>
            </a:r>
            <a:r>
              <a:rPr lang="nl-NL" dirty="0" err="1"/>
              <a:t>command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searchTrack</a:t>
            </a:r>
            <a:endParaRPr lang="nl-NL" dirty="0"/>
          </a:p>
          <a:p>
            <a:r>
              <a:rPr lang="nl-NL" dirty="0"/>
              <a:t>Make a </a:t>
            </a:r>
            <a:r>
              <a:rPr lang="nl-NL" dirty="0" err="1"/>
              <a:t>temporary</a:t>
            </a:r>
            <a:r>
              <a:rPr lang="nl-NL" dirty="0"/>
              <a:t> </a:t>
            </a:r>
            <a:r>
              <a:rPr lang="nl-NL" dirty="0" err="1"/>
              <a:t>playlist</a:t>
            </a:r>
            <a:r>
              <a:rPr lang="nl-NL" dirty="0"/>
              <a:t>, </a:t>
            </a:r>
            <a:r>
              <a:rPr lang="nl-NL" dirty="0" err="1"/>
              <a:t>which</a:t>
            </a:r>
            <a:r>
              <a:rPr lang="nl-NL" dirty="0"/>
              <a:t> is easy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clear</a:t>
            </a:r>
            <a:r>
              <a:rPr lang="nl-NL" dirty="0"/>
              <a:t>,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during</a:t>
            </a:r>
            <a:r>
              <a:rPr lang="nl-NL" dirty="0"/>
              <a:t> a set; make a </a:t>
            </a:r>
            <a:r>
              <a:rPr lang="nl-NL" dirty="0" err="1"/>
              <a:t>to</a:t>
            </a:r>
            <a:r>
              <a:rPr lang="nl-NL" dirty="0"/>
              <a:t> delete </a:t>
            </a:r>
            <a:r>
              <a:rPr lang="nl-NL" dirty="0" err="1"/>
              <a:t>playlist</a:t>
            </a:r>
            <a:r>
              <a:rPr lang="nl-NL" dirty="0"/>
              <a:t>, in order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see</a:t>
            </a:r>
            <a:r>
              <a:rPr lang="nl-NL" dirty="0"/>
              <a:t> </a:t>
            </a:r>
            <a:r>
              <a:rPr lang="nl-NL" dirty="0" err="1"/>
              <a:t>which</a:t>
            </a:r>
            <a:r>
              <a:rPr lang="nl-NL" dirty="0"/>
              <a:t> tracks I </a:t>
            </a:r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remove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collection</a:t>
            </a:r>
            <a:endParaRPr lang="nl-NL" dirty="0"/>
          </a:p>
          <a:p>
            <a:r>
              <a:rPr lang="nl-NL" dirty="0" err="1"/>
              <a:t>Loading</a:t>
            </a:r>
            <a:r>
              <a:rPr lang="nl-NL" dirty="0"/>
              <a:t> tracks </a:t>
            </a:r>
            <a:r>
              <a:rPr lang="nl-NL" dirty="0" err="1"/>
              <a:t>to</a:t>
            </a:r>
            <a:r>
              <a:rPr lang="nl-NL" dirty="0"/>
              <a:t> a </a:t>
            </a:r>
            <a:r>
              <a:rPr lang="nl-NL" dirty="0" err="1"/>
              <a:t>playlist</a:t>
            </a:r>
            <a:endParaRPr lang="nl-NL" dirty="0"/>
          </a:p>
          <a:p>
            <a:pPr lvl="1"/>
            <a:r>
              <a:rPr lang="nl-NL" dirty="0"/>
              <a:t>Using </a:t>
            </a:r>
            <a:r>
              <a:rPr lang="nl-NL" dirty="0" err="1"/>
              <a:t>shift+load</a:t>
            </a:r>
            <a:r>
              <a:rPr lang="nl-NL" dirty="0"/>
              <a:t> we </a:t>
            </a:r>
            <a:r>
              <a:rPr lang="nl-NL" dirty="0" err="1"/>
              <a:t>enable</a:t>
            </a:r>
            <a:r>
              <a:rPr lang="nl-NL" dirty="0"/>
              <a:t> </a:t>
            </a:r>
            <a:r>
              <a:rPr lang="nl-NL" dirty="0" err="1"/>
              <a:t>backloading</a:t>
            </a:r>
            <a:r>
              <a:rPr lang="nl-NL" dirty="0"/>
              <a:t> tracks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deck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prelistenDeck</a:t>
            </a:r>
            <a:endParaRPr lang="nl-NL" dirty="0"/>
          </a:p>
          <a:p>
            <a:pPr lvl="1"/>
            <a:r>
              <a:rPr lang="nl-NL" dirty="0"/>
              <a:t>Using a button on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launchpad</a:t>
            </a:r>
            <a:r>
              <a:rPr lang="nl-NL" dirty="0"/>
              <a:t>, we </a:t>
            </a:r>
            <a:r>
              <a:rPr lang="nl-NL" dirty="0" err="1"/>
              <a:t>allow</a:t>
            </a:r>
            <a:r>
              <a:rPr lang="nl-NL" dirty="0"/>
              <a:t> </a:t>
            </a:r>
            <a:r>
              <a:rPr lang="nl-NL" dirty="0" err="1"/>
              <a:t>adding</a:t>
            </a:r>
            <a:r>
              <a:rPr lang="nl-NL" dirty="0"/>
              <a:t> a track </a:t>
            </a:r>
            <a:r>
              <a:rPr lang="nl-NL" dirty="0" err="1"/>
              <a:t>to</a:t>
            </a:r>
            <a:r>
              <a:rPr lang="nl-NL" dirty="0"/>
              <a:t> a </a:t>
            </a:r>
            <a:r>
              <a:rPr lang="nl-NL" dirty="0" err="1"/>
              <a:t>playlist</a:t>
            </a:r>
            <a:endParaRPr lang="nl-NL" dirty="0"/>
          </a:p>
          <a:p>
            <a:pPr lvl="2"/>
            <a:r>
              <a:rPr lang="nl-NL" dirty="0"/>
              <a:t>Keep </a:t>
            </a:r>
            <a:r>
              <a:rPr lang="nl-NL" dirty="0" err="1"/>
              <a:t>this</a:t>
            </a:r>
            <a:r>
              <a:rPr lang="nl-NL" dirty="0"/>
              <a:t> button </a:t>
            </a:r>
            <a:r>
              <a:rPr lang="nl-NL" dirty="0" err="1"/>
              <a:t>pressed</a:t>
            </a:r>
            <a:r>
              <a:rPr lang="nl-NL" dirty="0"/>
              <a:t>, </a:t>
            </a:r>
            <a:r>
              <a:rPr lang="nl-NL" dirty="0" err="1"/>
              <a:t>then</a:t>
            </a:r>
            <a:r>
              <a:rPr lang="nl-NL" dirty="0"/>
              <a:t> scan </a:t>
            </a:r>
            <a:r>
              <a:rPr lang="nl-NL" dirty="0" err="1"/>
              <a:t>playlist</a:t>
            </a:r>
            <a:endParaRPr lang="nl-NL" dirty="0"/>
          </a:p>
          <a:p>
            <a:pPr lvl="1"/>
            <a:r>
              <a:rPr lang="nl-NL" dirty="0" err="1"/>
              <a:t>If</a:t>
            </a:r>
            <a:r>
              <a:rPr lang="nl-NL" dirty="0"/>
              <a:t> shift button is </a:t>
            </a:r>
            <a:r>
              <a:rPr lang="nl-NL" dirty="0" err="1"/>
              <a:t>specific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each</a:t>
            </a:r>
            <a:r>
              <a:rPr lang="nl-NL" dirty="0"/>
              <a:t> deck (or we </a:t>
            </a:r>
            <a:r>
              <a:rPr lang="nl-NL" dirty="0" err="1"/>
              <a:t>can</a:t>
            </a:r>
            <a:r>
              <a:rPr lang="nl-NL" dirty="0"/>
              <a:t> store </a:t>
            </a:r>
            <a:r>
              <a:rPr lang="nl-NL" dirty="0" err="1"/>
              <a:t>active</a:t>
            </a:r>
            <a:r>
              <a:rPr lang="nl-NL" dirty="0"/>
              <a:t> deck), </a:t>
            </a:r>
            <a:r>
              <a:rPr lang="nl-NL" dirty="0" err="1"/>
              <a:t>then</a:t>
            </a:r>
            <a:r>
              <a:rPr lang="nl-NL" dirty="0"/>
              <a:t> we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allow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directly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playlist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shift + scan;</a:t>
            </a:r>
          </a:p>
          <a:p>
            <a:r>
              <a:rPr lang="nl-NL" dirty="0"/>
              <a:t>We </a:t>
            </a: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check </a:t>
            </a:r>
            <a:r>
              <a:rPr lang="nl-NL" dirty="0" err="1"/>
              <a:t>our</a:t>
            </a:r>
            <a:r>
              <a:rPr lang="nl-NL" dirty="0"/>
              <a:t> system </a:t>
            </a:r>
            <a:r>
              <a:rPr lang="nl-NL" dirty="0" err="1"/>
              <a:t>for</a:t>
            </a:r>
            <a:r>
              <a:rPr lang="nl-NL" dirty="0"/>
              <a:t> storing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retrieving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library</a:t>
            </a:r>
            <a:r>
              <a:rPr lang="nl-NL" dirty="0"/>
              <a:t>, </a:t>
            </a:r>
            <a:r>
              <a:rPr lang="nl-NL" dirty="0" err="1"/>
              <a:t>how</a:t>
            </a:r>
            <a:r>
              <a:rPr lang="nl-NL" dirty="0"/>
              <a:t>,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when</a:t>
            </a:r>
            <a:r>
              <a:rPr lang="nl-NL" dirty="0"/>
              <a:t> is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done</a:t>
            </a:r>
            <a:r>
              <a:rPr lang="nl-NL" dirty="0"/>
              <a:t>? </a:t>
            </a:r>
            <a:r>
              <a:rPr lang="nl-NL" dirty="0" err="1"/>
              <a:t>And</a:t>
            </a:r>
            <a:r>
              <a:rPr lang="nl-NL" dirty="0"/>
              <a:t> we </a:t>
            </a:r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able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adapt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Traktor</a:t>
            </a:r>
            <a:r>
              <a:rPr lang="nl-NL" dirty="0"/>
              <a:t> </a:t>
            </a:r>
            <a:r>
              <a:rPr lang="nl-NL" dirty="0" err="1"/>
              <a:t>collection</a:t>
            </a:r>
            <a:r>
              <a:rPr lang="nl-NL" dirty="0"/>
              <a:t> file (</a:t>
            </a:r>
            <a:r>
              <a:rPr lang="nl-NL" dirty="0" err="1"/>
              <a:t>maybe</a:t>
            </a:r>
            <a:r>
              <a:rPr lang="nl-NL" dirty="0"/>
              <a:t> we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reconstruct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scratch?)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95682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27155-AAA3-3A94-AD5C-AE55AD975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Temporary</a:t>
            </a:r>
            <a:r>
              <a:rPr lang="nl-NL" dirty="0"/>
              <a:t>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534B8-937E-A128-5190-575C95043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Modifying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traktor</a:t>
            </a:r>
            <a:r>
              <a:rPr lang="nl-NL" dirty="0"/>
              <a:t> </a:t>
            </a:r>
            <a:r>
              <a:rPr lang="nl-NL" dirty="0" err="1"/>
              <a:t>collection</a:t>
            </a:r>
            <a:r>
              <a:rPr lang="nl-NL" dirty="0"/>
              <a:t> file takes </a:t>
            </a:r>
            <a:r>
              <a:rPr lang="nl-NL" dirty="0" err="1"/>
              <a:t>quite</a:t>
            </a:r>
            <a:r>
              <a:rPr lang="nl-NL" dirty="0"/>
              <a:t> </a:t>
            </a:r>
            <a:r>
              <a:rPr lang="nl-NL" dirty="0" err="1"/>
              <a:t>some</a:t>
            </a:r>
            <a:r>
              <a:rPr lang="nl-NL" dirty="0"/>
              <a:t> time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implement</a:t>
            </a:r>
            <a:endParaRPr lang="nl-NL" dirty="0"/>
          </a:p>
          <a:p>
            <a:r>
              <a:rPr lang="nl-NL" dirty="0"/>
              <a:t>Make a list of </a:t>
            </a:r>
            <a:r>
              <a:rPr lang="nl-NL" dirty="0" err="1"/>
              <a:t>nameless</a:t>
            </a:r>
            <a:r>
              <a:rPr lang="nl-NL" dirty="0"/>
              <a:t> </a:t>
            </a:r>
            <a:r>
              <a:rPr lang="nl-NL" dirty="0" err="1"/>
              <a:t>playlist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UUIDs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print </a:t>
            </a:r>
            <a:r>
              <a:rPr lang="nl-NL" dirty="0" err="1"/>
              <a:t>associated</a:t>
            </a:r>
            <a:r>
              <a:rPr lang="nl-NL" dirty="0"/>
              <a:t> barcodes</a:t>
            </a:r>
          </a:p>
          <a:p>
            <a:pPr lvl="1"/>
            <a:r>
              <a:rPr lang="nl-NL" dirty="0"/>
              <a:t>We </a:t>
            </a:r>
            <a:r>
              <a:rPr lang="nl-NL" dirty="0" err="1"/>
              <a:t>allready</a:t>
            </a:r>
            <a:r>
              <a:rPr lang="nl-NL" dirty="0"/>
              <a:t> have </a:t>
            </a:r>
            <a:r>
              <a:rPr lang="nl-NL" dirty="0" err="1"/>
              <a:t>custom</a:t>
            </a:r>
            <a:r>
              <a:rPr lang="nl-NL" dirty="0"/>
              <a:t> </a:t>
            </a:r>
            <a:r>
              <a:rPr lang="nl-NL" dirty="0" err="1"/>
              <a:t>playlists</a:t>
            </a:r>
            <a:r>
              <a:rPr lang="nl-NL" dirty="0"/>
              <a:t> in </a:t>
            </a:r>
            <a:r>
              <a:rPr lang="nl-NL" dirty="0" err="1"/>
              <a:t>place</a:t>
            </a:r>
            <a:r>
              <a:rPr lang="nl-NL" dirty="0"/>
              <a:t>; we </a:t>
            </a:r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disconnect</a:t>
            </a:r>
            <a:r>
              <a:rPr lang="nl-NL" dirty="0"/>
              <a:t> name </a:t>
            </a:r>
            <a:r>
              <a:rPr lang="nl-NL" dirty="0" err="1"/>
              <a:t>and</a:t>
            </a:r>
            <a:r>
              <a:rPr lang="nl-NL" dirty="0"/>
              <a:t> UUID</a:t>
            </a:r>
          </a:p>
          <a:p>
            <a:pPr lvl="1"/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make </a:t>
            </a:r>
            <a:r>
              <a:rPr lang="nl-NL" dirty="0" err="1"/>
              <a:t>it</a:t>
            </a:r>
            <a:r>
              <a:rPr lang="nl-NL" dirty="0"/>
              <a:t> easy </a:t>
            </a:r>
            <a:r>
              <a:rPr lang="nl-NL" dirty="0" err="1"/>
              <a:t>to</a:t>
            </a:r>
            <a:r>
              <a:rPr lang="nl-NL" dirty="0"/>
              <a:t> change </a:t>
            </a:r>
            <a:r>
              <a:rPr lang="nl-NL" dirty="0" err="1"/>
              <a:t>the</a:t>
            </a:r>
            <a:r>
              <a:rPr lang="nl-NL" dirty="0"/>
              <a:t> name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playlist</a:t>
            </a:r>
            <a:endParaRPr lang="nl-NL" dirty="0"/>
          </a:p>
          <a:p>
            <a:pPr lvl="1"/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distinguish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special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custom</a:t>
            </a:r>
            <a:r>
              <a:rPr lang="nl-NL" dirty="0"/>
              <a:t> </a:t>
            </a:r>
            <a:r>
              <a:rPr lang="nl-NL" dirty="0" err="1"/>
              <a:t>playlists</a:t>
            </a:r>
            <a:endParaRPr lang="nl-NL" dirty="0"/>
          </a:p>
          <a:p>
            <a:pPr lvl="2"/>
            <a:r>
              <a:rPr lang="nl-NL" dirty="0"/>
              <a:t>Special: </a:t>
            </a:r>
            <a:r>
              <a:rPr lang="nl-NL" dirty="0" err="1"/>
              <a:t>automatically</a:t>
            </a:r>
            <a:r>
              <a:rPr lang="nl-NL" dirty="0"/>
              <a:t> </a:t>
            </a:r>
            <a:r>
              <a:rPr lang="nl-NL" dirty="0" err="1"/>
              <a:t>generated</a:t>
            </a:r>
            <a:r>
              <a:rPr lang="nl-NL" dirty="0"/>
              <a:t>: E1, E2, </a:t>
            </a:r>
            <a:r>
              <a:rPr lang="nl-NL" dirty="0" err="1"/>
              <a:t>etc</a:t>
            </a:r>
            <a:r>
              <a:rPr lang="nl-NL" dirty="0"/>
              <a:t>; </a:t>
            </a:r>
            <a:r>
              <a:rPr lang="nl-NL" dirty="0" err="1"/>
              <a:t>session</a:t>
            </a:r>
            <a:r>
              <a:rPr lang="nl-NL" dirty="0"/>
              <a:t> </a:t>
            </a:r>
            <a:r>
              <a:rPr lang="nl-NL" dirty="0" err="1"/>
              <a:t>playlist</a:t>
            </a:r>
            <a:endParaRPr lang="nl-NL" dirty="0"/>
          </a:p>
          <a:p>
            <a:pPr lvl="2"/>
            <a:r>
              <a:rPr lang="nl-NL" dirty="0" err="1"/>
              <a:t>Custom</a:t>
            </a:r>
            <a:r>
              <a:rPr lang="nl-NL" dirty="0"/>
              <a:t>: </a:t>
            </a:r>
            <a:r>
              <a:rPr lang="nl-NL" dirty="0" err="1"/>
              <a:t>stored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retrieved</a:t>
            </a:r>
            <a:r>
              <a:rPr lang="nl-NL" dirty="0"/>
              <a:t>, songs </a:t>
            </a:r>
            <a:r>
              <a:rPr lang="nl-NL" dirty="0" err="1"/>
              <a:t>added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user</a:t>
            </a:r>
          </a:p>
          <a:p>
            <a:pPr lvl="3"/>
            <a:r>
              <a:rPr lang="nl-NL" dirty="0" err="1"/>
              <a:t>Added</a:t>
            </a:r>
            <a:r>
              <a:rPr lang="nl-NL" dirty="0"/>
              <a:t> </a:t>
            </a:r>
            <a:r>
              <a:rPr lang="nl-NL" dirty="0" err="1"/>
              <a:t>manually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48911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954C1-30F7-60FB-992F-8C83A6ED9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Custom</a:t>
            </a:r>
            <a:r>
              <a:rPr lang="nl-NL" dirty="0"/>
              <a:t> </a:t>
            </a:r>
            <a:r>
              <a:rPr lang="nl-NL" dirty="0" err="1"/>
              <a:t>playlists</a:t>
            </a:r>
            <a:endParaRPr lang="nl-NL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2AE5E7-028A-0A30-4EE2-5FC64CDD58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816021"/>
              </p:ext>
            </p:extLst>
          </p:nvPr>
        </p:nvGraphicFramePr>
        <p:xfrm>
          <a:off x="5168392" y="228600"/>
          <a:ext cx="6599936" cy="6268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9968">
                  <a:extLst>
                    <a:ext uri="{9D8B030D-6E8A-4147-A177-3AD203B41FA5}">
                      <a16:colId xmlns:a16="http://schemas.microsoft.com/office/drawing/2014/main" val="2305248823"/>
                    </a:ext>
                  </a:extLst>
                </a:gridCol>
                <a:gridCol w="3299968">
                  <a:extLst>
                    <a:ext uri="{9D8B030D-6E8A-4147-A177-3AD203B41FA5}">
                      <a16:colId xmlns:a16="http://schemas.microsoft.com/office/drawing/2014/main" val="3481106676"/>
                    </a:ext>
                  </a:extLst>
                </a:gridCol>
              </a:tblGrid>
              <a:tr h="284922">
                <a:tc>
                  <a:txBody>
                    <a:bodyPr/>
                    <a:lstStyle/>
                    <a:p>
                      <a:r>
                        <a:rPr lang="nl-NL" sz="1200" dirty="0"/>
                        <a:t>UUID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200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065313"/>
                  </a:ext>
                </a:extLst>
              </a:tr>
              <a:tr h="284922">
                <a:tc>
                  <a:txBody>
                    <a:bodyPr/>
                    <a:lstStyle/>
                    <a:p>
                      <a:r>
                        <a:rPr lang="nl-NL" sz="1000" dirty="0"/>
                        <a:t>7375646A7375646A416C6C7375646A7375646A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nl-NL" sz="1200" dirty="0"/>
                        <a:t>Special – </a:t>
                      </a:r>
                      <a:r>
                        <a:rPr lang="nl-NL" sz="1200" dirty="0" err="1"/>
                        <a:t>All</a:t>
                      </a:r>
                      <a:endParaRPr lang="nl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845468"/>
                  </a:ext>
                </a:extLst>
              </a:tr>
              <a:tr h="284922">
                <a:tc>
                  <a:txBody>
                    <a:bodyPr/>
                    <a:lstStyle/>
                    <a:p>
                      <a:r>
                        <a:rPr lang="nl-NL" sz="1000" dirty="0"/>
                        <a:t>1e0f57a1b3d24d0cbd5e6ffb5e37359f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nl-NL" sz="1200" dirty="0"/>
                        <a:t>Special – </a:t>
                      </a:r>
                      <a:r>
                        <a:rPr lang="nl-NL" sz="1200" dirty="0" err="1"/>
                        <a:t>Session</a:t>
                      </a:r>
                      <a:r>
                        <a:rPr lang="nl-NL" sz="12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323655"/>
                  </a:ext>
                </a:extLst>
              </a:tr>
              <a:tr h="284922">
                <a:tc>
                  <a:txBody>
                    <a:bodyPr/>
                    <a:lstStyle/>
                    <a:p>
                      <a:r>
                        <a:rPr lang="nl-NL" sz="1000" dirty="0"/>
                        <a:t>3e4fdbaedb7a4087bbd6a67c276a1b89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nl-NL" sz="1200" dirty="0"/>
                        <a:t>Opening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459513"/>
                  </a:ext>
                </a:extLst>
              </a:tr>
              <a:tr h="284922">
                <a:tc>
                  <a:txBody>
                    <a:bodyPr/>
                    <a:lstStyle/>
                    <a:p>
                      <a:r>
                        <a:rPr lang="nl-NL" sz="1000" dirty="0"/>
                        <a:t>d1b663b69d374d91b7a59a7bce27413b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nl-NL" sz="1200" dirty="0"/>
                        <a:t>Opening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83704"/>
                  </a:ext>
                </a:extLst>
              </a:tr>
              <a:tr h="284922">
                <a:tc>
                  <a:txBody>
                    <a:bodyPr/>
                    <a:lstStyle/>
                    <a:p>
                      <a:r>
                        <a:rPr lang="nl-NL" sz="1000" dirty="0"/>
                        <a:t>33d1c4e9c937404086768998f384e44f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nl-NL" sz="1200" dirty="0"/>
                        <a:t>Opening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658889"/>
                  </a:ext>
                </a:extLst>
              </a:tr>
              <a:tr h="284922">
                <a:tc>
                  <a:txBody>
                    <a:bodyPr/>
                    <a:lstStyle/>
                    <a:p>
                      <a:r>
                        <a:rPr lang="nl-NL" sz="1000" dirty="0"/>
                        <a:t>0ceffb32db8048b4b51f8301b70f296e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nl-NL" sz="1200" dirty="0"/>
                        <a:t>Opening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55040"/>
                  </a:ext>
                </a:extLst>
              </a:tr>
              <a:tr h="284922">
                <a:tc>
                  <a:txBody>
                    <a:bodyPr/>
                    <a:lstStyle/>
                    <a:p>
                      <a:r>
                        <a:rPr lang="nl-NL" sz="1000" dirty="0"/>
                        <a:t>fc4cb05b5da442e983019388a2b8e3c5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nl-NL" sz="1200" dirty="0"/>
                        <a:t>Opening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20629"/>
                  </a:ext>
                </a:extLst>
              </a:tr>
              <a:tr h="284922">
                <a:tc>
                  <a:txBody>
                    <a:bodyPr/>
                    <a:lstStyle/>
                    <a:p>
                      <a:r>
                        <a:rPr lang="nl-NL" sz="1000" dirty="0"/>
                        <a:t>7eb4c269c3644c0ba1bfe2a62a57db9f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nl-NL" sz="1200" dirty="0"/>
                        <a:t>Opening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796194"/>
                  </a:ext>
                </a:extLst>
              </a:tr>
              <a:tr h="284922">
                <a:tc>
                  <a:txBody>
                    <a:bodyPr/>
                    <a:lstStyle/>
                    <a:p>
                      <a:r>
                        <a:rPr lang="nl-NL" sz="1000" dirty="0"/>
                        <a:t>4173cbf5574f4b92827a2d51e7b7d6ed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nl-NL" sz="1200" dirty="0"/>
                        <a:t>Opening 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7058850"/>
                  </a:ext>
                </a:extLst>
              </a:tr>
              <a:tr h="284922">
                <a:tc>
                  <a:txBody>
                    <a:bodyPr/>
                    <a:lstStyle/>
                    <a:p>
                      <a:r>
                        <a:rPr lang="nl-NL" sz="1000" dirty="0"/>
                        <a:t>1e256130a8ff43c8844a8d3d56f37a71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nl-NL" sz="1200" dirty="0"/>
                        <a:t>Opening 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533670"/>
                  </a:ext>
                </a:extLst>
              </a:tr>
              <a:tr h="284922">
                <a:tc>
                  <a:txBody>
                    <a:bodyPr/>
                    <a:lstStyle/>
                    <a:p>
                      <a:r>
                        <a:rPr lang="nl-NL" sz="1000" dirty="0"/>
                        <a:t>dcbe7e16fbc54a88b6a29339bfcaf0d9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nl-NL" sz="1200" dirty="0"/>
                        <a:t>Opening 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083643"/>
                  </a:ext>
                </a:extLst>
              </a:tr>
              <a:tr h="284922">
                <a:tc>
                  <a:txBody>
                    <a:bodyPr/>
                    <a:lstStyle/>
                    <a:p>
                      <a:r>
                        <a:rPr lang="nl-NL" sz="1000" dirty="0"/>
                        <a:t>5e180153c08445f7bff4f81c157f3de7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nl-NL" sz="1200" dirty="0" err="1"/>
                        <a:t>To</a:t>
                      </a:r>
                      <a:r>
                        <a:rPr lang="nl-NL" sz="1200" dirty="0"/>
                        <a:t> 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38697"/>
                  </a:ext>
                </a:extLst>
              </a:tr>
              <a:tr h="284922">
                <a:tc>
                  <a:txBody>
                    <a:bodyPr/>
                    <a:lstStyle/>
                    <a:p>
                      <a:r>
                        <a:rPr lang="nl-NL" sz="1000" dirty="0"/>
                        <a:t>a3a0df06dbd54069ae2380045b5eb6d4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nl-NL" sz="1200" dirty="0" err="1"/>
                        <a:t>Senking</a:t>
                      </a:r>
                      <a:r>
                        <a:rPr lang="nl-NL" sz="1200" dirty="0"/>
                        <a:t> -&gt; </a:t>
                      </a:r>
                      <a:r>
                        <a:rPr lang="nl-NL" sz="1200" dirty="0" err="1"/>
                        <a:t>Artbat</a:t>
                      </a:r>
                      <a:endParaRPr lang="nl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587154"/>
                  </a:ext>
                </a:extLst>
              </a:tr>
              <a:tr h="284922">
                <a:tc>
                  <a:txBody>
                    <a:bodyPr/>
                    <a:lstStyle/>
                    <a:p>
                      <a:r>
                        <a:rPr lang="nl-NL" sz="1000" dirty="0"/>
                        <a:t>f0f86c15c3a940e9a3c93b4a66d3f37d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endParaRPr lang="nl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432362"/>
                  </a:ext>
                </a:extLst>
              </a:tr>
              <a:tr h="284922">
                <a:tc>
                  <a:txBody>
                    <a:bodyPr/>
                    <a:lstStyle/>
                    <a:p>
                      <a:r>
                        <a:rPr lang="nl-NL" sz="1000" dirty="0"/>
                        <a:t>e0f01e9a67c04b54a9fc40442909a126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endParaRPr lang="nl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823780"/>
                  </a:ext>
                </a:extLst>
              </a:tr>
              <a:tr h="284922">
                <a:tc>
                  <a:txBody>
                    <a:bodyPr/>
                    <a:lstStyle/>
                    <a:p>
                      <a:r>
                        <a:rPr lang="nl-NL" sz="1000" dirty="0"/>
                        <a:t>e2178794fa8b43b2a14c0709b4aa4b46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endParaRPr lang="nl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865977"/>
                  </a:ext>
                </a:extLst>
              </a:tr>
              <a:tr h="284922">
                <a:tc>
                  <a:txBody>
                    <a:bodyPr/>
                    <a:lstStyle/>
                    <a:p>
                      <a:r>
                        <a:rPr lang="nl-NL" sz="1000" dirty="0"/>
                        <a:t>f3fc5d2e0f4e47018f8c79c3be85f9aa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endParaRPr lang="nl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210645"/>
                  </a:ext>
                </a:extLst>
              </a:tr>
              <a:tr h="284922">
                <a:tc>
                  <a:txBody>
                    <a:bodyPr/>
                    <a:lstStyle/>
                    <a:p>
                      <a:r>
                        <a:rPr lang="nl-NL" sz="1000" dirty="0"/>
                        <a:t>a559f9023a024249a498249407013a32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endParaRPr lang="nl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209723"/>
                  </a:ext>
                </a:extLst>
              </a:tr>
              <a:tr h="284922">
                <a:tc>
                  <a:txBody>
                    <a:bodyPr/>
                    <a:lstStyle/>
                    <a:p>
                      <a:r>
                        <a:rPr lang="nl-NL" sz="1000" dirty="0"/>
                        <a:t>84ad0adfb49f4185a77a81697a3ea12d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endParaRPr lang="nl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911229"/>
                  </a:ext>
                </a:extLst>
              </a:tr>
              <a:tr h="284922">
                <a:tc>
                  <a:txBody>
                    <a:bodyPr/>
                    <a:lstStyle/>
                    <a:p>
                      <a:r>
                        <a:rPr lang="nl-NL" sz="1000" dirty="0"/>
                        <a:t>90a8367b0d164a57806b171ed05f2da8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endParaRPr lang="nl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418896"/>
                  </a:ext>
                </a:extLst>
              </a:tr>
              <a:tr h="284922">
                <a:tc>
                  <a:txBody>
                    <a:bodyPr/>
                    <a:lstStyle/>
                    <a:p>
                      <a:r>
                        <a:rPr lang="nl-NL" sz="1000" dirty="0"/>
                        <a:t>23963e325e4147d2bd8cfce8323d2e88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endParaRPr lang="nl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51068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48CDFF0-0D3D-01A4-2697-36884164E358}"/>
              </a:ext>
            </a:extLst>
          </p:cNvPr>
          <p:cNvSpPr txBox="1"/>
          <p:nvPr/>
        </p:nvSpPr>
        <p:spPr>
          <a:xfrm>
            <a:off x="1225296" y="1892808"/>
            <a:ext cx="34564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I </a:t>
            </a:r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them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ChatGPT</a:t>
            </a:r>
            <a:r>
              <a:rPr lang="nl-NL" dirty="0"/>
              <a:t>,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checked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they</a:t>
            </a:r>
            <a:r>
              <a:rPr lang="nl-NL" dirty="0"/>
              <a:t> are </a:t>
            </a:r>
            <a:r>
              <a:rPr lang="nl-NL" dirty="0" err="1"/>
              <a:t>unique</a:t>
            </a:r>
            <a:r>
              <a:rPr lang="nl-NL" dirty="0"/>
              <a:t> </a:t>
            </a:r>
            <a:r>
              <a:rPr lang="nl-NL" dirty="0" err="1"/>
              <a:t>using</a:t>
            </a:r>
            <a:endParaRPr lang="nl-NL" dirty="0"/>
          </a:p>
          <a:p>
            <a:r>
              <a:rPr lang="nl-NL" dirty="0"/>
              <a:t> ~</a:t>
            </a:r>
            <a:r>
              <a:rPr lang="nl-NL" dirty="0" err="1"/>
              <a:t>musicLibrary.playlists.leafDo</a:t>
            </a:r>
            <a:r>
              <a:rPr lang="nl-NL" dirty="0"/>
              <a:t>({|</a:t>
            </a:r>
            <a:r>
              <a:rPr lang="nl-NL" dirty="0" err="1"/>
              <a:t>path</a:t>
            </a:r>
            <a:r>
              <a:rPr lang="nl-NL" dirty="0"/>
              <a:t>, item| </a:t>
            </a:r>
            <a:r>
              <a:rPr lang="nl-NL" dirty="0" err="1"/>
              <a:t>if</a:t>
            </a:r>
            <a:r>
              <a:rPr lang="nl-NL" dirty="0"/>
              <a:t>(~</a:t>
            </a:r>
            <a:r>
              <a:rPr lang="nl-NL" dirty="0" err="1"/>
              <a:t>newUUIDs.includes</a:t>
            </a:r>
            <a:r>
              <a:rPr lang="nl-NL" dirty="0"/>
              <a:t>(</a:t>
            </a:r>
            <a:r>
              <a:rPr lang="nl-NL" dirty="0" err="1"/>
              <a:t>item.uuId</a:t>
            </a:r>
            <a:r>
              <a:rPr lang="nl-NL" dirty="0"/>
              <a:t>)){</a:t>
            </a:r>
            <a:r>
              <a:rPr lang="nl-NL" dirty="0" err="1"/>
              <a:t>item.name.postln</a:t>
            </a:r>
            <a:r>
              <a:rPr lang="nl-NL" dirty="0"/>
              <a:t>}});</a:t>
            </a:r>
          </a:p>
        </p:txBody>
      </p:sp>
    </p:spTree>
    <p:extLst>
      <p:ext uri="{BB962C8B-B14F-4D97-AF65-F5344CB8AC3E}">
        <p14:creationId xmlns:p14="http://schemas.microsoft.com/office/powerpoint/2010/main" val="1957822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AB50-9E86-9CF2-2107-229EE2F44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Problem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custom</a:t>
            </a:r>
            <a:r>
              <a:rPr lang="nl-NL" dirty="0"/>
              <a:t> </a:t>
            </a:r>
            <a:r>
              <a:rPr lang="nl-NL" dirty="0" err="1"/>
              <a:t>playlists</a:t>
            </a:r>
            <a:r>
              <a:rPr lang="nl-NL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3C4F6-CCFC-DE13-2054-9A9615C30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Currently</a:t>
            </a:r>
            <a:r>
              <a:rPr lang="nl-NL" dirty="0"/>
              <a:t> I store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indexes</a:t>
            </a:r>
            <a:r>
              <a:rPr lang="nl-NL" dirty="0"/>
              <a:t> of tracks</a:t>
            </a:r>
          </a:p>
          <a:p>
            <a:r>
              <a:rPr lang="nl-NL" dirty="0" err="1"/>
              <a:t>If</a:t>
            </a:r>
            <a:r>
              <a:rPr lang="nl-NL" dirty="0"/>
              <a:t> I </a:t>
            </a:r>
            <a:r>
              <a:rPr lang="nl-NL" dirty="0" err="1"/>
              <a:t>create</a:t>
            </a:r>
            <a:r>
              <a:rPr lang="nl-NL" dirty="0"/>
              <a:t> </a:t>
            </a:r>
            <a:r>
              <a:rPr lang="nl-NL" dirty="0" err="1"/>
              <a:t>my</a:t>
            </a:r>
            <a:r>
              <a:rPr lang="nl-NL" dirty="0"/>
              <a:t> </a:t>
            </a:r>
            <a:r>
              <a:rPr lang="nl-NL" dirty="0" err="1"/>
              <a:t>own</a:t>
            </a:r>
            <a:r>
              <a:rPr lang="nl-NL" dirty="0"/>
              <a:t> </a:t>
            </a:r>
            <a:r>
              <a:rPr lang="nl-NL" dirty="0" err="1"/>
              <a:t>playlist</a:t>
            </a:r>
            <a:r>
              <a:rPr lang="nl-NL" dirty="0"/>
              <a:t> </a:t>
            </a:r>
            <a:r>
              <a:rPr lang="nl-NL" dirty="0" err="1"/>
              <a:t>within</a:t>
            </a:r>
            <a:r>
              <a:rPr lang="nl-NL" dirty="0"/>
              <a:t> supercollider, </a:t>
            </a:r>
            <a:r>
              <a:rPr lang="nl-NL" dirty="0" err="1"/>
              <a:t>it’s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sufficient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write</a:t>
            </a:r>
            <a:r>
              <a:rPr lang="nl-NL" dirty="0"/>
              <a:t> down </a:t>
            </a:r>
            <a:r>
              <a:rPr lang="nl-NL" dirty="0" err="1"/>
              <a:t>the</a:t>
            </a:r>
            <a:r>
              <a:rPr lang="nl-NL" dirty="0"/>
              <a:t> index, </a:t>
            </a:r>
            <a:r>
              <a:rPr lang="nl-NL" dirty="0" err="1"/>
              <a:t>since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index </a:t>
            </a:r>
            <a:r>
              <a:rPr lang="nl-NL" dirty="0" err="1"/>
              <a:t>might</a:t>
            </a:r>
            <a:r>
              <a:rPr lang="nl-NL" dirty="0"/>
              <a:t> change</a:t>
            </a:r>
          </a:p>
          <a:p>
            <a:r>
              <a:rPr lang="nl-NL" dirty="0"/>
              <a:t>Solution: </a:t>
            </a:r>
            <a:r>
              <a:rPr lang="nl-NL" dirty="0" err="1"/>
              <a:t>use</a:t>
            </a:r>
            <a:r>
              <a:rPr lang="nl-NL" dirty="0"/>
              <a:t> a </a:t>
            </a:r>
            <a:r>
              <a:rPr lang="nl-NL" dirty="0" err="1"/>
              <a:t>dictionary</a:t>
            </a:r>
            <a:r>
              <a:rPr lang="nl-NL" dirty="0"/>
              <a:t>, </a:t>
            </a:r>
            <a:r>
              <a:rPr lang="nl-NL" dirty="0" err="1"/>
              <a:t>with</a:t>
            </a:r>
            <a:r>
              <a:rPr lang="nl-NL" dirty="0"/>
              <a:t> as </a:t>
            </a:r>
            <a:r>
              <a:rPr lang="nl-NL" dirty="0" err="1"/>
              <a:t>key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id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track</a:t>
            </a:r>
          </a:p>
        </p:txBody>
      </p:sp>
    </p:spTree>
    <p:extLst>
      <p:ext uri="{BB962C8B-B14F-4D97-AF65-F5344CB8AC3E}">
        <p14:creationId xmlns:p14="http://schemas.microsoft.com/office/powerpoint/2010/main" val="4085635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BC23D-A5F4-9C61-D7D1-EE52C3F9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Lists</a:t>
            </a:r>
            <a:r>
              <a:rPr lang="nl-NL" dirty="0"/>
              <a:t> of songs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09E47-FD92-0DC7-CC19-FC42EC9CD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Dictionary,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library</a:t>
            </a:r>
            <a:r>
              <a:rPr lang="nl-NL" dirty="0"/>
              <a:t> </a:t>
            </a:r>
            <a:r>
              <a:rPr lang="nl-NL" dirty="0" err="1"/>
              <a:t>purposes</a:t>
            </a:r>
            <a:endParaRPr lang="nl-NL" dirty="0"/>
          </a:p>
          <a:p>
            <a:r>
              <a:rPr lang="nl-NL" dirty="0"/>
              <a:t>Array of </a:t>
            </a:r>
            <a:r>
              <a:rPr lang="nl-NL" dirty="0" err="1"/>
              <a:t>ids</a:t>
            </a:r>
            <a:r>
              <a:rPr lang="nl-NL" dirty="0"/>
              <a:t>,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playlists</a:t>
            </a:r>
            <a:r>
              <a:rPr lang="nl-NL" dirty="0"/>
              <a:t>, </a:t>
            </a:r>
            <a:r>
              <a:rPr lang="nl-NL" dirty="0" err="1"/>
              <a:t>ids</a:t>
            </a:r>
            <a:r>
              <a:rPr lang="nl-NL" dirty="0"/>
              <a:t> </a:t>
            </a:r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looked</a:t>
            </a:r>
            <a:r>
              <a:rPr lang="nl-NL" dirty="0"/>
              <a:t> up in track </a:t>
            </a:r>
            <a:r>
              <a:rPr lang="nl-NL" dirty="0" err="1"/>
              <a:t>dictionary</a:t>
            </a:r>
            <a:endParaRPr lang="nl-NL" dirty="0"/>
          </a:p>
          <a:p>
            <a:r>
              <a:rPr lang="nl-NL" dirty="0"/>
              <a:t>Array of tracks,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playing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handling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library</a:t>
            </a:r>
            <a:r>
              <a:rPr lang="nl-NL" dirty="0"/>
              <a:t> console</a:t>
            </a:r>
          </a:p>
        </p:txBody>
      </p:sp>
    </p:spTree>
    <p:extLst>
      <p:ext uri="{BB962C8B-B14F-4D97-AF65-F5344CB8AC3E}">
        <p14:creationId xmlns:p14="http://schemas.microsoft.com/office/powerpoint/2010/main" val="3374598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32D1-7B41-0108-913D-B6D7875DF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Duplicate</a:t>
            </a:r>
            <a:r>
              <a:rPr lang="nl-NL" dirty="0"/>
              <a:t> songs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02C2A-CA24-A116-2112-F0F856AC9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If</a:t>
            </a:r>
            <a:r>
              <a:rPr lang="nl-NL" dirty="0"/>
              <a:t> I have a </a:t>
            </a:r>
            <a:r>
              <a:rPr lang="nl-NL" dirty="0" err="1"/>
              <a:t>traktor</a:t>
            </a:r>
            <a:r>
              <a:rPr lang="nl-NL" dirty="0"/>
              <a:t> </a:t>
            </a:r>
            <a:r>
              <a:rPr lang="nl-NL" dirty="0" err="1"/>
              <a:t>library</a:t>
            </a:r>
            <a:r>
              <a:rPr lang="nl-NL" dirty="0"/>
              <a:t> </a:t>
            </a:r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includes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exact </a:t>
            </a:r>
            <a:r>
              <a:rPr lang="nl-NL" dirty="0" err="1"/>
              <a:t>same</a:t>
            </a:r>
            <a:r>
              <a:rPr lang="nl-NL" dirty="0"/>
              <a:t> song </a:t>
            </a:r>
            <a:r>
              <a:rPr lang="nl-NL" dirty="0" err="1"/>
              <a:t>twice</a:t>
            </a:r>
            <a:endParaRPr lang="nl-NL" dirty="0"/>
          </a:p>
          <a:p>
            <a:pPr lvl="1"/>
            <a:r>
              <a:rPr lang="nl-NL" dirty="0"/>
              <a:t>Both have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audio </a:t>
            </a:r>
            <a:r>
              <a:rPr lang="nl-NL" dirty="0" err="1"/>
              <a:t>id</a:t>
            </a:r>
            <a:endParaRPr lang="nl-NL" dirty="0"/>
          </a:p>
          <a:p>
            <a:pPr lvl="1"/>
            <a:r>
              <a:rPr lang="nl-NL" dirty="0"/>
              <a:t>But different file </a:t>
            </a:r>
            <a:r>
              <a:rPr lang="nl-NL" dirty="0" err="1"/>
              <a:t>location</a:t>
            </a:r>
            <a:endParaRPr lang="nl-NL" dirty="0"/>
          </a:p>
          <a:p>
            <a:pPr lvl="1"/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loading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library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made </a:t>
            </a:r>
            <a:r>
              <a:rPr lang="nl-NL" dirty="0" err="1"/>
              <a:t>one</a:t>
            </a:r>
            <a:r>
              <a:rPr lang="nl-NL" dirty="0"/>
              <a:t> entry,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 entry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overriden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 file </a:t>
            </a:r>
            <a:r>
              <a:rPr lang="nl-NL" dirty="0" err="1"/>
              <a:t>location</a:t>
            </a:r>
            <a:endParaRPr lang="nl-NL" dirty="0"/>
          </a:p>
          <a:p>
            <a:r>
              <a:rPr lang="nl-NL" dirty="0" err="1"/>
              <a:t>Looking</a:t>
            </a:r>
            <a:r>
              <a:rPr lang="nl-NL" dirty="0"/>
              <a:t> up </a:t>
            </a:r>
            <a:r>
              <a:rPr lang="nl-NL" dirty="0" err="1"/>
              <a:t>playlists</a:t>
            </a:r>
            <a:r>
              <a:rPr lang="nl-NL" dirty="0"/>
              <a:t> </a:t>
            </a:r>
            <a:r>
              <a:rPr lang="nl-NL" dirty="0" err="1"/>
              <a:t>goes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file </a:t>
            </a:r>
            <a:r>
              <a:rPr lang="nl-NL" dirty="0" err="1"/>
              <a:t>location</a:t>
            </a:r>
            <a:endParaRPr lang="nl-NL" dirty="0"/>
          </a:p>
          <a:p>
            <a:pPr lvl="1"/>
            <a:r>
              <a:rPr lang="nl-NL" dirty="0" err="1"/>
              <a:t>Better</a:t>
            </a:r>
            <a:r>
              <a:rPr lang="nl-NL" dirty="0"/>
              <a:t> store </a:t>
            </a:r>
            <a:r>
              <a:rPr lang="nl-NL" dirty="0" err="1"/>
              <a:t>them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file </a:t>
            </a:r>
            <a:r>
              <a:rPr lang="nl-NL" dirty="0" err="1"/>
              <a:t>location</a:t>
            </a:r>
            <a:r>
              <a:rPr lang="nl-NL" dirty="0"/>
              <a:t> </a:t>
            </a:r>
            <a:r>
              <a:rPr lang="nl-NL" dirty="0" err="1"/>
              <a:t>instead</a:t>
            </a:r>
            <a:r>
              <a:rPr lang="nl-NL" dirty="0"/>
              <a:t> of audio </a:t>
            </a:r>
            <a:r>
              <a:rPr lang="nl-NL" dirty="0" err="1"/>
              <a:t>id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dictionary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01915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482D7-2C1E-974F-0684-696B5C357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Todo</a:t>
            </a:r>
            <a:r>
              <a:rPr lang="nl-NL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30E8A-0A74-9C39-826D-40C3B285F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Fix </a:t>
            </a:r>
            <a:r>
              <a:rPr lang="nl-NL" dirty="0" err="1"/>
              <a:t>Traktor</a:t>
            </a:r>
            <a:r>
              <a:rPr lang="nl-NL" dirty="0"/>
              <a:t> </a:t>
            </a:r>
            <a:r>
              <a:rPr lang="nl-NL" dirty="0" err="1"/>
              <a:t>analyzing</a:t>
            </a:r>
            <a:endParaRPr lang="nl-NL" dirty="0"/>
          </a:p>
          <a:p>
            <a:r>
              <a:rPr lang="nl-NL" dirty="0"/>
              <a:t>Download </a:t>
            </a:r>
            <a:r>
              <a:rPr lang="nl-NL" dirty="0" err="1"/>
              <a:t>remaining</a:t>
            </a:r>
            <a:r>
              <a:rPr lang="nl-NL" dirty="0"/>
              <a:t> songs</a:t>
            </a:r>
          </a:p>
          <a:p>
            <a:r>
              <a:rPr lang="nl-NL" dirty="0"/>
              <a:t>Make </a:t>
            </a:r>
            <a:r>
              <a:rPr lang="nl-NL" dirty="0" err="1"/>
              <a:t>custom</a:t>
            </a:r>
            <a:r>
              <a:rPr lang="nl-NL" dirty="0"/>
              <a:t> </a:t>
            </a:r>
            <a:r>
              <a:rPr lang="nl-NL" dirty="0" err="1"/>
              <a:t>playlists</a:t>
            </a:r>
            <a:endParaRPr lang="nl-NL" dirty="0"/>
          </a:p>
          <a:p>
            <a:r>
              <a:rPr lang="nl-NL" dirty="0"/>
              <a:t>Test </a:t>
            </a:r>
            <a:r>
              <a:rPr lang="nl-NL" dirty="0" err="1"/>
              <a:t>not-forced</a:t>
            </a:r>
            <a:r>
              <a:rPr lang="nl-NL" dirty="0"/>
              <a:t> </a:t>
            </a:r>
            <a:r>
              <a:rPr lang="nl-NL" dirty="0" err="1"/>
              <a:t>loading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54707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05BAC-2E44-2FC6-5951-FBBF5055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Custom</a:t>
            </a:r>
            <a:r>
              <a:rPr lang="nl-NL" dirty="0"/>
              <a:t> </a:t>
            </a:r>
            <a:r>
              <a:rPr lang="nl-NL" dirty="0" err="1"/>
              <a:t>playlists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73D98-DF08-C7CC-9205-3B6D67C02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We </a:t>
            </a:r>
            <a:r>
              <a:rPr lang="nl-NL" dirty="0" err="1"/>
              <a:t>now</a:t>
            </a:r>
            <a:r>
              <a:rPr lang="nl-NL" dirty="0"/>
              <a:t> </a:t>
            </a:r>
            <a:r>
              <a:rPr lang="nl-NL" dirty="0" err="1"/>
              <a:t>reload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traktor</a:t>
            </a:r>
            <a:r>
              <a:rPr lang="nl-NL" dirty="0"/>
              <a:t> </a:t>
            </a:r>
            <a:r>
              <a:rPr lang="nl-NL" dirty="0" err="1"/>
              <a:t>library</a:t>
            </a:r>
            <a:r>
              <a:rPr lang="nl-NL" dirty="0"/>
              <a:t> a new </a:t>
            </a:r>
            <a:r>
              <a:rPr lang="nl-NL" dirty="0" err="1"/>
              <a:t>each</a:t>
            </a:r>
            <a:r>
              <a:rPr lang="nl-NL" dirty="0"/>
              <a:t> time, </a:t>
            </a:r>
            <a:r>
              <a:rPr lang="nl-NL" dirty="0" err="1"/>
              <a:t>because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is </a:t>
            </a:r>
            <a:r>
              <a:rPr lang="nl-NL" dirty="0" err="1"/>
              <a:t>fast</a:t>
            </a:r>
            <a:r>
              <a:rPr lang="nl-NL" dirty="0"/>
              <a:t>,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loading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archive</a:t>
            </a:r>
            <a:r>
              <a:rPr lang="nl-NL" dirty="0"/>
              <a:t> </a:t>
            </a:r>
            <a:r>
              <a:rPr lang="nl-NL" dirty="0" err="1"/>
              <a:t>didnt</a:t>
            </a:r>
            <a:r>
              <a:rPr lang="nl-NL" dirty="0"/>
              <a:t> </a:t>
            </a:r>
            <a:r>
              <a:rPr lang="nl-NL" dirty="0" err="1"/>
              <a:t>work</a:t>
            </a:r>
            <a:r>
              <a:rPr lang="nl-NL" dirty="0"/>
              <a:t> </a:t>
            </a:r>
            <a:r>
              <a:rPr lang="nl-NL" dirty="0" err="1"/>
              <a:t>properly</a:t>
            </a:r>
            <a:endParaRPr lang="nl-NL" dirty="0"/>
          </a:p>
          <a:p>
            <a:r>
              <a:rPr lang="nl-NL" dirty="0"/>
              <a:t>But </a:t>
            </a:r>
            <a:r>
              <a:rPr lang="nl-NL" dirty="0" err="1"/>
              <a:t>if</a:t>
            </a:r>
            <a:r>
              <a:rPr lang="nl-NL" dirty="0"/>
              <a:t> we make </a:t>
            </a:r>
            <a:r>
              <a:rPr lang="nl-NL" dirty="0" err="1"/>
              <a:t>custom</a:t>
            </a:r>
            <a:r>
              <a:rPr lang="nl-NL" dirty="0"/>
              <a:t> </a:t>
            </a:r>
            <a:r>
              <a:rPr lang="nl-NL" dirty="0" err="1"/>
              <a:t>playlist</a:t>
            </a:r>
            <a:r>
              <a:rPr lang="nl-NL" dirty="0"/>
              <a:t>, we </a:t>
            </a: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store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retrieve</a:t>
            </a:r>
            <a:r>
              <a:rPr lang="nl-NL" dirty="0"/>
              <a:t> </a:t>
            </a:r>
            <a:r>
              <a:rPr lang="nl-NL" dirty="0" err="1"/>
              <a:t>those</a:t>
            </a:r>
            <a:r>
              <a:rPr lang="nl-NL" dirty="0"/>
              <a:t> -&gt; DONE</a:t>
            </a:r>
          </a:p>
          <a:p>
            <a:r>
              <a:rPr lang="nl-NL" dirty="0" err="1"/>
              <a:t>Loading</a:t>
            </a:r>
            <a:r>
              <a:rPr lang="nl-NL" dirty="0"/>
              <a:t> tracks </a:t>
            </a:r>
            <a:r>
              <a:rPr lang="nl-NL" dirty="0" err="1"/>
              <a:t>to</a:t>
            </a:r>
            <a:r>
              <a:rPr lang="nl-NL" dirty="0"/>
              <a:t> a </a:t>
            </a:r>
            <a:r>
              <a:rPr lang="nl-NL" dirty="0" err="1"/>
              <a:t>playlist</a:t>
            </a:r>
            <a:r>
              <a:rPr lang="nl-NL" dirty="0"/>
              <a:t>, </a:t>
            </a:r>
            <a:r>
              <a:rPr lang="nl-NL" dirty="0" err="1"/>
              <a:t>see</a:t>
            </a:r>
            <a:r>
              <a:rPr lang="nl-NL" dirty="0"/>
              <a:t> next slide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ideas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38820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B8471-482C-8AA4-429C-DE36E866B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4B866-B5FA-A8A9-F05B-A190414D4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Shift button is </a:t>
            </a:r>
            <a:r>
              <a:rPr lang="nl-NL" dirty="0" err="1"/>
              <a:t>specific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each</a:t>
            </a:r>
            <a:r>
              <a:rPr lang="nl-NL" dirty="0"/>
              <a:t> deck; </a:t>
            </a:r>
            <a:r>
              <a:rPr lang="nl-NL" dirty="0" err="1"/>
              <a:t>loading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a </a:t>
            </a:r>
            <a:r>
              <a:rPr lang="nl-NL" dirty="0" err="1"/>
              <a:t>playlist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deck, </a:t>
            </a:r>
            <a:r>
              <a:rPr lang="nl-NL" dirty="0" err="1"/>
              <a:t>by</a:t>
            </a:r>
            <a:r>
              <a:rPr lang="nl-NL" dirty="0"/>
              <a:t> shift + scan</a:t>
            </a:r>
          </a:p>
          <a:p>
            <a:r>
              <a:rPr lang="nl-NL" dirty="0" err="1"/>
              <a:t>Requirements</a:t>
            </a:r>
            <a:endParaRPr lang="nl-NL" dirty="0"/>
          </a:p>
          <a:p>
            <a:pPr lvl="1"/>
            <a:r>
              <a:rPr lang="nl-NL" dirty="0" err="1"/>
              <a:t>Seperate</a:t>
            </a:r>
            <a:r>
              <a:rPr lang="nl-NL" dirty="0"/>
              <a:t> shift variables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each</a:t>
            </a:r>
            <a:r>
              <a:rPr lang="nl-NL" dirty="0"/>
              <a:t> deck DONE</a:t>
            </a:r>
          </a:p>
          <a:p>
            <a:pPr lvl="1"/>
            <a:r>
              <a:rPr lang="nl-NL" dirty="0"/>
              <a:t>A </a:t>
            </a:r>
            <a:r>
              <a:rPr lang="nl-NL" dirty="0" err="1"/>
              <a:t>method</a:t>
            </a:r>
            <a:r>
              <a:rPr lang="nl-NL" dirty="0"/>
              <a:t> </a:t>
            </a:r>
            <a:r>
              <a:rPr lang="nl-NL" dirty="0" err="1"/>
              <a:t>addTrack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playlist</a:t>
            </a:r>
            <a:r>
              <a:rPr lang="nl-NL"/>
              <a:t> class DONE</a:t>
            </a:r>
            <a:endParaRPr lang="nl-NL" dirty="0"/>
          </a:p>
          <a:p>
            <a:pPr lvl="1"/>
            <a:r>
              <a:rPr lang="nl-NL" dirty="0"/>
              <a:t>A </a:t>
            </a:r>
            <a:r>
              <a:rPr lang="nl-NL" dirty="0" err="1"/>
              <a:t>psysical</a:t>
            </a:r>
            <a:r>
              <a:rPr lang="nl-NL" dirty="0"/>
              <a:t> interface at </a:t>
            </a:r>
            <a:r>
              <a:rPr lang="nl-NL" dirty="0" err="1"/>
              <a:t>the</a:t>
            </a:r>
            <a:r>
              <a:rPr lang="nl-NL" dirty="0"/>
              <a:t> barcode scanner,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each</a:t>
            </a:r>
            <a:r>
              <a:rPr lang="nl-NL" dirty="0"/>
              <a:t> deck, on </a:t>
            </a:r>
            <a:r>
              <a:rPr lang="nl-NL" dirty="0" err="1"/>
              <a:t>condition</a:t>
            </a:r>
            <a:r>
              <a:rPr lang="nl-NL" dirty="0"/>
              <a:t> of shift,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track </a:t>
            </a:r>
            <a:r>
              <a:rPr lang="nl-NL" dirty="0" err="1"/>
              <a:t>from</a:t>
            </a:r>
            <a:r>
              <a:rPr lang="nl-NL" dirty="0"/>
              <a:t> deck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playlist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23598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412DB-EDB0-A4A2-4A8E-2FD70B74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Barcode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A2F3D-F09C-1945-2471-AF211C8A5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/>
              <a:t>EAN13</a:t>
            </a:r>
          </a:p>
        </p:txBody>
      </p:sp>
    </p:spTree>
    <p:extLst>
      <p:ext uri="{BB962C8B-B14F-4D97-AF65-F5344CB8AC3E}">
        <p14:creationId xmlns:p14="http://schemas.microsoft.com/office/powerpoint/2010/main" val="20252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6575</TotalTime>
  <Words>766</Words>
  <Application>Microsoft Office PowerPoint</Application>
  <PresentationFormat>Widescreen</PresentationFormat>
  <Paragraphs>103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Music Library</vt:lpstr>
      <vt:lpstr>Current status</vt:lpstr>
      <vt:lpstr>Whishes</vt:lpstr>
      <vt:lpstr>Suggested solutions</vt:lpstr>
      <vt:lpstr>Temporary solution</vt:lpstr>
      <vt:lpstr>Custom playlists</vt:lpstr>
      <vt:lpstr>Problem with custom playlists </vt:lpstr>
      <vt:lpstr>Lists of songs</vt:lpstr>
      <vt:lpstr>Duplicate songs</vt:lpstr>
      <vt:lpstr>Todo </vt:lpstr>
      <vt:lpstr>Custom playlists</vt:lpstr>
      <vt:lpstr>PowerPoint Presentation</vt:lpstr>
      <vt:lpstr>Barcode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Pier Tabak</dc:creator>
  <cp:lastModifiedBy>Pier Tabak</cp:lastModifiedBy>
  <cp:revision>11</cp:revision>
  <dcterms:created xsi:type="dcterms:W3CDTF">2025-03-29T14:52:02Z</dcterms:created>
  <dcterms:modified xsi:type="dcterms:W3CDTF">2025-05-29T08:50:34Z</dcterms:modified>
</cp:coreProperties>
</file>